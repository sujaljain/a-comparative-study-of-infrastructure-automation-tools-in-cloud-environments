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Comparative Study of Infrastructure Automation Tools in Cloud Environments</a:t>
            </a:r>
            <a:r>
              <a:rPr lang="en-US" sz="48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Risham Goyal (2210992157)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Vaibhav Khanna (2210992486)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Sujal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Jain (2210994845)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Isha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Kansal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scalable infrastructure (AWS, Azure, GCP)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are shifting from traditional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cloud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infrastructure management is: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 Code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automates: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Provisioning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Tools: Ansible, Terraform, Puppet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4F08-BA43-49F5-8C6D-8CEFE30D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F6A65-0293-4666-A084-160E8FC587D6}"/>
              </a:ext>
            </a:extLst>
          </p:cNvPr>
          <p:cNvSpPr txBox="1"/>
          <p:nvPr/>
        </p:nvSpPr>
        <p:spPr>
          <a:xfrm>
            <a:off x="122549" y="1027162"/>
            <a:ext cx="841955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cloud infrastructure manually leads to: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processes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errors  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consistency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scaling infrastructure as demand increases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servers and configurations becomes complex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automation tools to: 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effort  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deployment speed  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reliability and consistency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available (Ansible, Terraform, Puppet) create confusion in selection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66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5BEA-8FFB-4E5A-A8CF-040176BE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20123-1A9E-4193-B0D3-EF3DC28C9F9E}"/>
              </a:ext>
            </a:extLst>
          </p:cNvPr>
          <p:cNvSpPr txBox="1"/>
          <p:nvPr/>
        </p:nvSpPr>
        <p:spPr>
          <a:xfrm>
            <a:off x="216816" y="914040"/>
            <a:ext cx="8710367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infrastructure automation tools: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Ansible 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Terraform  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performance based on:  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time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scalability across multiple nodes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ease of use and setup complexity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the best tool for real-world DevOps usage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7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1C60-43BB-40C4-B789-3AA9E1AB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A74CA-A826-4B20-8002-A06DC4EA02F3}"/>
              </a:ext>
            </a:extLst>
          </p:cNvPr>
          <p:cNvSpPr txBox="1"/>
          <p:nvPr/>
        </p:nvSpPr>
        <p:spPr>
          <a:xfrm>
            <a:off x="235670" y="914040"/>
            <a:ext cx="8315856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conducted on AWS cloud environment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tasks executed using all tools for fair comparison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sizes tested: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nodes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nodes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nodes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measured using: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time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runs performed to ensure accurate results</a:t>
            </a:r>
          </a:p>
        </p:txBody>
      </p:sp>
    </p:spTree>
    <p:extLst>
      <p:ext uri="{BB962C8B-B14F-4D97-AF65-F5344CB8AC3E}">
        <p14:creationId xmlns:p14="http://schemas.microsoft.com/office/powerpoint/2010/main" val="325886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CF12-D1F8-461C-8A87-C949902A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TASK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D90C2-B74D-4786-9857-B77A20B22F7D}"/>
              </a:ext>
            </a:extLst>
          </p:cNvPr>
          <p:cNvSpPr txBox="1"/>
          <p:nvPr/>
        </p:nvSpPr>
        <p:spPr>
          <a:xfrm>
            <a:off x="150829" y="914040"/>
            <a:ext cx="8636367" cy="599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automation task performed using all tools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the workflow: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EC2 instance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Nginx web server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server settings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service is running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simulates real-world DevOps deployment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tool follows its own execution model: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→ Playbooks (YAML)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→ HCL configuration files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→ Agent-based manifests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simulates real-world DevOps deployment scenario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49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2525-BD6A-43ED-B9D6-B7934CCF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TOOLS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F75E2-18DB-4B1B-AFC2-9F0F8EDE3297}"/>
              </a:ext>
            </a:extLst>
          </p:cNvPr>
          <p:cNvSpPr txBox="1"/>
          <p:nvPr/>
        </p:nvSpPr>
        <p:spPr>
          <a:xfrm>
            <a:off x="0" y="734932"/>
            <a:ext cx="8682087" cy="603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infrastructure automation tools are evaluated: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Agentless tool (uses SSH)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YAML-based playbooks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easy to use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tool (uses HCL)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infrastructure state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multi-cloud environments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Agent-based architecture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Puppet DSL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in configuration management and compliance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90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7FC7-AE14-4CC4-91ED-AAF9C2F4A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702459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RESULTS (DEPLOYMENT TIME)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89827-8F1A-4965-AE88-B5D6B31972DE}"/>
              </a:ext>
            </a:extLst>
          </p:cNvPr>
          <p:cNvSpPr txBox="1"/>
          <p:nvPr/>
        </p:nvSpPr>
        <p:spPr>
          <a:xfrm>
            <a:off x="84842" y="894826"/>
            <a:ext cx="89743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time comparison across different node sizes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Table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BE50F1-40D1-41AF-AF87-9AE06052C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774265"/>
              </p:ext>
            </p:extLst>
          </p:nvPr>
        </p:nvGraphicFramePr>
        <p:xfrm>
          <a:off x="160256" y="1808866"/>
          <a:ext cx="8229600" cy="20739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98224284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7387079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6759089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179834179"/>
                    </a:ext>
                  </a:extLst>
                </a:gridCol>
              </a:tblGrid>
              <a:tr h="41478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Terraform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Puppet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88459"/>
                  </a:ext>
                </a:extLst>
              </a:tr>
              <a:tr h="41478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743778"/>
                  </a:ext>
                </a:extLst>
              </a:tr>
              <a:tr h="41478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250908"/>
                  </a:ext>
                </a:extLst>
              </a:tr>
              <a:tr h="414780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21.6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888667"/>
                  </a:ext>
                </a:extLst>
              </a:tr>
              <a:tr h="41478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1307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3C061B-227D-4531-B03E-B25C183F9BA2}"/>
              </a:ext>
            </a:extLst>
          </p:cNvPr>
          <p:cNvSpPr txBox="1"/>
          <p:nvPr/>
        </p:nvSpPr>
        <p:spPr>
          <a:xfrm>
            <a:off x="160256" y="3799001"/>
            <a:ext cx="889890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performs fastest across all node sizes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is: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38% faster than Terraform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54% faster than Puppet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 increases as number of nodes increases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92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3EE9-51BA-4E2E-AF54-FDB687EC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04495" cy="914040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RESULTS (CPU &amp; MEMORY USAGE)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031F8-D380-4B9A-B056-577A0C2A7B17}"/>
              </a:ext>
            </a:extLst>
          </p:cNvPr>
          <p:cNvSpPr txBox="1"/>
          <p:nvPr/>
        </p:nvSpPr>
        <p:spPr>
          <a:xfrm>
            <a:off x="131976" y="914040"/>
            <a:ext cx="860007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resource usage during execution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→ 18%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→ 29%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→ 41%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→ 312 MB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→ 487 MB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→ 623 MB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consumes the least CPU and memory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consumes the highest resources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resource usage improves system efficiency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4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562A-D534-4DA2-BC0A-1F3CA11A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SETUP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AA45EC-B9C4-46D8-9F6B-CF69B752572A}"/>
              </a:ext>
            </a:extLst>
          </p:cNvPr>
          <p:cNvSpPr txBox="1"/>
          <p:nvPr/>
        </p:nvSpPr>
        <p:spPr>
          <a:xfrm>
            <a:off x="216816" y="914040"/>
            <a:ext cx="8710367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Time required to configure each tool for the first time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Setup Time Comparison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Ansible → ~12 minutes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Terraform → ~20 minutes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Puppet → ~55 minutes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Complexity Analysis</a:t>
            </a:r>
            <a:endParaRPr lang="en-IN" sz="2000" b="1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Ansible is easiest and fastest to set up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Terraform requires moderate configuration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Puppet setup is complex due to agent-master architecture</a:t>
            </a:r>
            <a:endParaRPr lang="en-IN" sz="2000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Higher setup time increases initial effort and complexity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Slower setup may delay project deployment and increase development time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Simpler tools like Ansible are preferred for quick and efficient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5608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1FBE-6578-4F74-98CF-756E86ABF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196A6-95FC-45BD-AE10-308352A26BBA}"/>
              </a:ext>
            </a:extLst>
          </p:cNvPr>
          <p:cNvSpPr txBox="1"/>
          <p:nvPr/>
        </p:nvSpPr>
        <p:spPr>
          <a:xfrm>
            <a:off x="211396" y="923467"/>
            <a:ext cx="8721208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Comparison based on usability, performance, and features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Overall Scores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Ansible → 45 / 50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Terraform → 38 / 50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Puppet → 26 / 50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Key Observations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Ansible → Fast, easy, efficient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Terraform → Best for provisioning &amp; multi-cloud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Puppet → Strong in compliance &amp; configuration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Suitable for enterprise environments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Provides strong monitoring and reporting capabilities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Helps in maintaining configuration consistency</a:t>
            </a:r>
            <a:endParaRPr lang="en-IN" sz="2000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150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1019-4FD7-4615-952A-349D4ADE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55659-7866-4F6B-809A-6B05482DF533}"/>
              </a:ext>
            </a:extLst>
          </p:cNvPr>
          <p:cNvSpPr txBox="1"/>
          <p:nvPr/>
        </p:nvSpPr>
        <p:spPr>
          <a:xfrm>
            <a:off x="179110" y="743998"/>
            <a:ext cx="8531258" cy="603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performs best overall: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deployment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resource usage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is suitable for: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provisioning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Infrastructure provisioning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-cloud environments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is best for: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environments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&amp; compliance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approach is effective: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+ Ansible</a:t>
            </a:r>
          </a:p>
        </p:txBody>
      </p:sp>
    </p:spTree>
    <p:extLst>
      <p:ext uri="{BB962C8B-B14F-4D97-AF65-F5344CB8AC3E}">
        <p14:creationId xmlns:p14="http://schemas.microsoft.com/office/powerpoint/2010/main" val="56178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A110-A5EB-4D19-9C63-5B365A3C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6D737-39B3-4330-B6C0-DB9DA30C1253}"/>
              </a:ext>
            </a:extLst>
          </p:cNvPr>
          <p:cNvSpPr txBox="1"/>
          <p:nvPr/>
        </p:nvSpPr>
        <p:spPr>
          <a:xfrm>
            <a:off x="75414" y="829199"/>
            <a:ext cx="8700940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achieved the highest overall performance in this study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proved effective for infrastructure provisioning and multi-cloud setups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demonstrated strong capabilities in compliance and configuration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tool has unique strengths depending on use case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tool should be based on project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Ansible is highly suitable for small to medium-scale deployments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is ideal for managing complex cloud infrastructure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tools reduce manual effort and errors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scalability, consistency, and reliability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tool improves overall system performance </a:t>
            </a:r>
          </a:p>
        </p:txBody>
      </p:sp>
    </p:spTree>
    <p:extLst>
      <p:ext uri="{BB962C8B-B14F-4D97-AF65-F5344CB8AC3E}">
        <p14:creationId xmlns:p14="http://schemas.microsoft.com/office/powerpoint/2010/main" val="390271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34919</TotalTime>
  <Words>805</Words>
  <Application>Microsoft Office PowerPoint</Application>
  <PresentationFormat>On-screen Show (4:3)</PresentationFormat>
  <Paragraphs>183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           PROBLEM STATEMENT</vt:lpstr>
      <vt:lpstr>               OBJECTIVES</vt:lpstr>
      <vt:lpstr>     Methodology</vt:lpstr>
      <vt:lpstr>       TASK WORKFLOW</vt:lpstr>
      <vt:lpstr>        TOOLS OVERVIEW</vt:lpstr>
      <vt:lpstr>    RESULTS (DEPLOYMENT TIME)</vt:lpstr>
      <vt:lpstr>  RESULTS (CPU &amp; MEMORY USAGE)</vt:lpstr>
      <vt:lpstr>          SETUP TIME</vt:lpstr>
      <vt:lpstr>QUALITATIVE EVALUATION</vt:lpstr>
      <vt:lpstr>        DISCUSSION</vt:lpstr>
      <vt:lpstr>          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Risham Goyal</cp:lastModifiedBy>
  <cp:revision>2314</cp:revision>
  <dcterms:created xsi:type="dcterms:W3CDTF">2010-04-09T07:36:15Z</dcterms:created>
  <dcterms:modified xsi:type="dcterms:W3CDTF">2026-04-30T15:10:03Z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